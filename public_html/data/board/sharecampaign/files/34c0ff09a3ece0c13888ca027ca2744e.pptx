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61" r:id="rId4"/>
    <p:sldId id="259" r:id="rId5"/>
    <p:sldId id="260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C6633A1-FD3D-4175-8DE5-648AE15F708B}" v="1" dt="2026-01-27T01:13:47.09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howGuides="1">
      <p:cViewPr varScale="1">
        <p:scale>
          <a:sx n="101" d="100"/>
          <a:sy n="101" d="100"/>
        </p:scale>
        <p:origin x="912" y="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구가온" userId="52a972ce-7939-4549-9eba-7b01f2412ce8" providerId="ADAL" clId="{D576715E-7475-4B74-92B7-BC15E466C3A5}"/>
    <pc:docChg chg="custSel addSld modSld">
      <pc:chgData name="구가온" userId="52a972ce-7939-4549-9eba-7b01f2412ce8" providerId="ADAL" clId="{D576715E-7475-4B74-92B7-BC15E466C3A5}" dt="2026-01-27T01:16:47.704" v="319" actId="1076"/>
      <pc:docMkLst>
        <pc:docMk/>
      </pc:docMkLst>
      <pc:sldChg chg="addSp delSp modSp mod">
        <pc:chgData name="구가온" userId="52a972ce-7939-4549-9eba-7b01f2412ce8" providerId="ADAL" clId="{D576715E-7475-4B74-92B7-BC15E466C3A5}" dt="2026-01-27T01:13:53.224" v="169" actId="20577"/>
        <pc:sldMkLst>
          <pc:docMk/>
          <pc:sldMk cId="355290203" sldId="258"/>
        </pc:sldMkLst>
        <pc:spChg chg="mod">
          <ac:chgData name="구가온" userId="52a972ce-7939-4549-9eba-7b01f2412ce8" providerId="ADAL" clId="{D576715E-7475-4B74-92B7-BC15E466C3A5}" dt="2026-01-27T01:13:37.203" v="125" actId="20577"/>
          <ac:spMkLst>
            <pc:docMk/>
            <pc:sldMk cId="355290203" sldId="258"/>
            <ac:spMk id="6" creationId="{EB31E9A0-2598-5571-0B09-35953CD9126E}"/>
          </ac:spMkLst>
        </pc:spChg>
        <pc:spChg chg="add mod">
          <ac:chgData name="구가온" userId="52a972ce-7939-4549-9eba-7b01f2412ce8" providerId="ADAL" clId="{D576715E-7475-4B74-92B7-BC15E466C3A5}" dt="2026-01-27T01:13:53.224" v="169" actId="20577"/>
          <ac:spMkLst>
            <pc:docMk/>
            <pc:sldMk cId="355290203" sldId="258"/>
            <ac:spMk id="8" creationId="{FF06504C-AE90-E958-118B-9089BF78ACA4}"/>
          </ac:spMkLst>
        </pc:spChg>
        <pc:picChg chg="del">
          <ac:chgData name="구가온" userId="52a972ce-7939-4549-9eba-7b01f2412ce8" providerId="ADAL" clId="{D576715E-7475-4B74-92B7-BC15E466C3A5}" dt="2026-01-27T01:13:03.224" v="4" actId="478"/>
          <ac:picMkLst>
            <pc:docMk/>
            <pc:sldMk cId="355290203" sldId="258"/>
            <ac:picMk id="3" creationId="{FB4DA3D7-3DE4-7A6E-497B-F2F3800AFDDE}"/>
          </ac:picMkLst>
        </pc:picChg>
        <pc:picChg chg="add mod">
          <ac:chgData name="구가온" userId="52a972ce-7939-4549-9eba-7b01f2412ce8" providerId="ADAL" clId="{D576715E-7475-4B74-92B7-BC15E466C3A5}" dt="2026-01-27T01:13:07.197" v="6" actId="1076"/>
          <ac:picMkLst>
            <pc:docMk/>
            <pc:sldMk cId="355290203" sldId="258"/>
            <ac:picMk id="7" creationId="{CBD544DE-E9A5-2CF6-9979-A733F05F7B1C}"/>
          </ac:picMkLst>
        </pc:picChg>
      </pc:sldChg>
      <pc:sldChg chg="addSp modSp mod">
        <pc:chgData name="구가온" userId="52a972ce-7939-4549-9eba-7b01f2412ce8" providerId="ADAL" clId="{D576715E-7475-4B74-92B7-BC15E466C3A5}" dt="2026-01-27T01:16:47.704" v="319" actId="1076"/>
        <pc:sldMkLst>
          <pc:docMk/>
          <pc:sldMk cId="3762707604" sldId="260"/>
        </pc:sldMkLst>
        <pc:spChg chg="mod">
          <ac:chgData name="구가온" userId="52a972ce-7939-4549-9eba-7b01f2412ce8" providerId="ADAL" clId="{D576715E-7475-4B74-92B7-BC15E466C3A5}" dt="2026-01-27T01:16:10.975" v="317" actId="20577"/>
          <ac:spMkLst>
            <pc:docMk/>
            <pc:sldMk cId="3762707604" sldId="260"/>
            <ac:spMk id="8" creationId="{62873580-6596-0474-A4B6-F57D6F6BF485}"/>
          </ac:spMkLst>
        </pc:spChg>
        <pc:spChg chg="add mod">
          <ac:chgData name="구가온" userId="52a972ce-7939-4549-9eba-7b01f2412ce8" providerId="ADAL" clId="{D576715E-7475-4B74-92B7-BC15E466C3A5}" dt="2026-01-27T01:16:47.704" v="319" actId="1076"/>
          <ac:spMkLst>
            <pc:docMk/>
            <pc:sldMk cId="3762707604" sldId="260"/>
            <ac:spMk id="16" creationId="{A8574693-4965-0F56-82AE-2170DA3A3CA4}"/>
          </ac:spMkLst>
        </pc:spChg>
      </pc:sldChg>
      <pc:sldChg chg="add">
        <pc:chgData name="구가온" userId="52a972ce-7939-4549-9eba-7b01f2412ce8" providerId="ADAL" clId="{D576715E-7475-4B74-92B7-BC15E466C3A5}" dt="2026-01-27T01:12:57.912" v="0" actId="2890"/>
        <pc:sldMkLst>
          <pc:docMk/>
          <pc:sldMk cId="1439824285" sldId="261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4ECC3C-DE98-8043-5733-451E3F7534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9A706C0-3713-52A7-DDA3-96800621C7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97BF39C-D3D5-9FDD-9A56-66AFAFBB62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08E25-9D11-46C3-BB6C-0574A7CF5FE9}" type="datetimeFigureOut">
              <a:rPr lang="ko-KR" altLang="en-US" smtClean="0"/>
              <a:t>2026-01-27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CFC64A3-3CD4-31E1-69CB-E1FC18F380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F74C107-DAD3-434A-5288-FCAB6E6E0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88CF5-AA4E-4BCA-A153-0AB3558F4F4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43629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30E4238-E353-E5DE-E871-5E410847D0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0D83C3C-11BE-5C42-D4B2-1D79776665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8264391-7EAC-0331-D968-488523F9BB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08E25-9D11-46C3-BB6C-0574A7CF5FE9}" type="datetimeFigureOut">
              <a:rPr lang="ko-KR" altLang="en-US" smtClean="0"/>
              <a:t>2026-01-27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6368F6F-F4C1-09D5-BB5C-6582E0B0F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CB20C92-3C5C-EA64-930B-01494839AA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88CF5-AA4E-4BCA-A153-0AB3558F4F4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7841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7A7FF3-4BF1-B403-B1B4-F5C66E9CEC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D9E9E4D-4A78-2EC1-F93B-4C576DBFB5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6FF0FF4-0C2C-1DB6-EC3E-278B4EDCD7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08E25-9D11-46C3-BB6C-0574A7CF5FE9}" type="datetimeFigureOut">
              <a:rPr lang="ko-KR" altLang="en-US" smtClean="0"/>
              <a:t>2026-01-27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DFE3F76-5E24-B9FE-19E3-7CA676EE94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AA1F0F1-102D-F11C-0025-E21AB4CE51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88CF5-AA4E-4BCA-A153-0AB3558F4F4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63853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26CFAD-8C4B-1488-73AA-CFB2FFD86A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63A3C18-24FD-192C-1940-31F7C5211B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1EB3408-404D-AAE6-F0B5-DD26ADDDAD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509A559-B45D-E26C-DD6F-90501AE8F9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08E25-9D11-46C3-BB6C-0574A7CF5FE9}" type="datetimeFigureOut">
              <a:rPr lang="ko-KR" altLang="en-US" smtClean="0"/>
              <a:t>2026-01-27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082ECE9-619A-8C00-D93D-BE06FACA72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F088818-4BCD-5E6A-4C9D-54755A5268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88CF5-AA4E-4BCA-A153-0AB3558F4F4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27569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9E2B30B-5566-B89C-E94F-BF0A611734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E557583-4555-6E40-FB34-F464B56B72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69A1063-D90F-FBDB-E973-DB348F159C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A8B7F7A-F045-AEAA-44E3-DB025957E5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A27B0D5-13BA-5EC7-5B2B-2A573218A0F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2ED739A-F956-ED86-9822-FE974F6554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08E25-9D11-46C3-BB6C-0574A7CF5FE9}" type="datetimeFigureOut">
              <a:rPr lang="ko-KR" altLang="en-US" smtClean="0"/>
              <a:t>2026-01-27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B966A05C-9BAF-99C1-F68F-2138808DF3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650F092D-9439-C301-4268-9EF1AD57B2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88CF5-AA4E-4BCA-A153-0AB3558F4F4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2288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E284D6-6BAA-0A7E-1609-4CFF8F2795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542856D-E184-E2A7-F94A-9FB163986A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08E25-9D11-46C3-BB6C-0574A7CF5FE9}" type="datetimeFigureOut">
              <a:rPr lang="ko-KR" altLang="en-US" smtClean="0"/>
              <a:t>2026-01-27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D691AC9-4B44-0B21-47AC-C908211E52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D10B58A-D96D-D783-2F2D-0AFA8A1B90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88CF5-AA4E-4BCA-A153-0AB3558F4F4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08976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BD09925-5321-E362-6739-F89B4A6072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08E25-9D11-46C3-BB6C-0574A7CF5FE9}" type="datetimeFigureOut">
              <a:rPr lang="ko-KR" altLang="en-US" smtClean="0"/>
              <a:t>2026-01-27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00A93828-3966-0C1E-7761-8A989B731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DFF6CB2-E6AF-ABC9-BC6A-2EBD955327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88CF5-AA4E-4BCA-A153-0AB3558F4F4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579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E8ED663-EAA4-610A-DAA1-FCDBE6E0C7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A881870-A079-AA9B-19B4-F3D7BFA3EE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2D59F5C-175A-0CF9-7BED-F88887D827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CBD1F72-B346-B75A-FC5C-BFD43B192F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08E25-9D11-46C3-BB6C-0574A7CF5FE9}" type="datetimeFigureOut">
              <a:rPr lang="ko-KR" altLang="en-US" smtClean="0"/>
              <a:t>2026-01-27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92AFA50-FE1E-F677-2FE9-12929FBEBE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CCA6C50-33D0-A658-A75C-983AC04263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88CF5-AA4E-4BCA-A153-0AB3558F4F4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22273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B48986-38A8-3E43-9A36-988D2CB10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3BB9EFF-7212-B50E-D136-80B7E3104A0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19EC5B6-E7D1-CFD2-5E6C-597705D3D6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9847E9C-3260-B7E4-0B80-0775B79091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08E25-9D11-46C3-BB6C-0574A7CF5FE9}" type="datetimeFigureOut">
              <a:rPr lang="ko-KR" altLang="en-US" smtClean="0"/>
              <a:t>2026-01-27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6B13BA5-8283-6DEC-60BB-176F3E0D7F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E235CD8-990F-1110-14EF-3DD7263C1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88CF5-AA4E-4BCA-A153-0AB3558F4F4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40076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8519B9-A4C3-DC65-7B15-0BE4C47B97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4772033-361C-55BF-7626-B59F52E161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7AA9549-4586-6238-7A31-F061447D54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08E25-9D11-46C3-BB6C-0574A7CF5FE9}" type="datetimeFigureOut">
              <a:rPr lang="ko-KR" altLang="en-US" smtClean="0"/>
              <a:t>2026-01-27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6E30138-545D-23A1-77E9-EF45A9DEDD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1EBC357-204A-1DCE-C0FF-1B57F1A000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88CF5-AA4E-4BCA-A153-0AB3558F4F4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17083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471BE63-A62D-C31D-353D-70D51187EF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EA97E85-901D-525E-E01A-60EF8E304A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2E42F04-83DD-27EC-7237-6D06CB2C3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08E25-9D11-46C3-BB6C-0574A7CF5FE9}" type="datetimeFigureOut">
              <a:rPr lang="ko-KR" altLang="en-US" smtClean="0"/>
              <a:t>2026-01-27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E181FD4-45BC-A7D1-3666-C6993299B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E0D18D6-FF18-48F3-3749-00E8D8407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88CF5-AA4E-4BCA-A153-0AB3558F4F4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51003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4054971-C614-3076-ACF5-6163CEBA26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0BD4EC5-9555-A6A3-24EA-E47F9028B3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3AD790A-1AD5-5428-E633-0AB2AED5A1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308E25-9D11-46C3-BB6C-0574A7CF5FE9}" type="datetimeFigureOut">
              <a:rPr lang="ko-KR" altLang="en-US" smtClean="0"/>
              <a:t>2026-01-27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9DAE8BD-6DC8-A0FF-6DC0-68C754D5F5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98704E7-C20A-14E8-65B7-AF0FCDDE13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B88CF5-AA4E-4BCA-A153-0AB3558F4F4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23738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컴퓨터, 멀티미디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BBBE081-7CE6-1001-A536-8CDA0C7F5F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255" y="0"/>
            <a:ext cx="7940346" cy="468893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F805988-9037-6445-AEB5-D54EEFCFEFA2}"/>
              </a:ext>
            </a:extLst>
          </p:cNvPr>
          <p:cNvSpPr txBox="1"/>
          <p:nvPr/>
        </p:nvSpPr>
        <p:spPr>
          <a:xfrm>
            <a:off x="8511702" y="700391"/>
            <a:ext cx="221790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참여하기 삭제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 err="1"/>
              <a:t>경사원</a:t>
            </a:r>
            <a:r>
              <a:rPr lang="ko-KR" altLang="en-US" dirty="0"/>
              <a:t> </a:t>
            </a:r>
            <a:r>
              <a:rPr lang="ko-KR" altLang="en-US" dirty="0" err="1"/>
              <a:t>리맨</a:t>
            </a:r>
            <a:r>
              <a:rPr lang="ko-KR" altLang="en-US" dirty="0"/>
              <a:t> </a:t>
            </a:r>
            <a:r>
              <a:rPr lang="en-US" altLang="ko-KR" dirty="0"/>
              <a:t>HRM CJ</a:t>
            </a:r>
            <a:r>
              <a:rPr lang="ko-KR" altLang="en-US" dirty="0"/>
              <a:t>대한통운 삭제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리플러스박스 신청하기 삭제</a:t>
            </a:r>
          </a:p>
        </p:txBody>
      </p:sp>
    </p:spTree>
    <p:extLst>
      <p:ext uri="{BB962C8B-B14F-4D97-AF65-F5344CB8AC3E}">
        <p14:creationId xmlns:p14="http://schemas.microsoft.com/office/powerpoint/2010/main" val="41064170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28998E-830A-B22E-7B2A-F013923DCD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B31E9A0-2598-5571-0B09-35953CD9126E}"/>
              </a:ext>
            </a:extLst>
          </p:cNvPr>
          <p:cNvSpPr txBox="1"/>
          <p:nvPr/>
        </p:nvSpPr>
        <p:spPr>
          <a:xfrm>
            <a:off x="6576702" y="3105834"/>
            <a:ext cx="493320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Step 1</a:t>
            </a:r>
          </a:p>
          <a:p>
            <a:r>
              <a:rPr lang="ko-KR" altLang="en-US" dirty="0"/>
              <a:t>리플러스 내 캠페인에 참여하면 </a:t>
            </a:r>
            <a:endParaRPr lang="en-US" altLang="ko-KR" dirty="0"/>
          </a:p>
          <a:p>
            <a:r>
              <a:rPr lang="ko-KR" altLang="en-US" dirty="0"/>
              <a:t>리플러스박스를 </a:t>
            </a:r>
            <a:r>
              <a:rPr lang="ko-KR" altLang="en-US" dirty="0" err="1"/>
              <a:t>보내드려요</a:t>
            </a:r>
            <a:endParaRPr lang="ko-KR" altLang="en-US" dirty="0"/>
          </a:p>
        </p:txBody>
      </p:sp>
      <p:pic>
        <p:nvPicPr>
          <p:cNvPr id="7" name="그림 6" descr="텍스트, 스크린샷, 폰트, 원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BD544DE-E9A5-2CF6-9979-A733F05F7B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090" y="1678021"/>
            <a:ext cx="4613828" cy="350195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F06504C-AE90-E958-118B-9089BF78ACA4}"/>
              </a:ext>
            </a:extLst>
          </p:cNvPr>
          <p:cNvSpPr txBox="1"/>
          <p:nvPr/>
        </p:nvSpPr>
        <p:spPr>
          <a:xfrm>
            <a:off x="6576702" y="4526072"/>
            <a:ext cx="49332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리플러스박스 신청하기 삭제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52902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6DC3BD-21C6-04B1-FC20-FA4A62E846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2F743E8-0236-021A-9DE1-ECD48164B245}"/>
              </a:ext>
            </a:extLst>
          </p:cNvPr>
          <p:cNvSpPr txBox="1"/>
          <p:nvPr/>
        </p:nvSpPr>
        <p:spPr>
          <a:xfrm>
            <a:off x="6576702" y="3105834"/>
            <a:ext cx="493320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투명한 가치 나눔</a:t>
            </a:r>
            <a:endParaRPr lang="en-US" altLang="ko-KR" b="1" dirty="0"/>
          </a:p>
          <a:p>
            <a:r>
              <a:rPr lang="ko-KR" altLang="en-US" dirty="0"/>
              <a:t>기부물품의 검수결과에 따라</a:t>
            </a:r>
            <a:endParaRPr lang="en-US" altLang="ko-KR" dirty="0"/>
          </a:p>
          <a:p>
            <a:r>
              <a:rPr lang="ko-KR" altLang="en-US" dirty="0"/>
              <a:t>지정한 캠페인에 기부금이 적립됩니다</a:t>
            </a:r>
            <a:r>
              <a:rPr lang="en-US" altLang="ko-KR" dirty="0"/>
              <a:t>. </a:t>
            </a:r>
            <a:endParaRPr lang="ko-KR" altLang="en-US" dirty="0"/>
          </a:p>
        </p:txBody>
      </p:sp>
      <p:pic>
        <p:nvPicPr>
          <p:cNvPr id="3" name="그림 2" descr="텍스트, 명함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739EB04-5FD0-1E92-D6D0-4ED0F1FE8A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251" y="430087"/>
            <a:ext cx="6049451" cy="4141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98242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1878F5-CCDA-39A7-F70A-A7CBB2C01E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88C7686-6073-ADE1-1A50-20998C100CA4}"/>
              </a:ext>
            </a:extLst>
          </p:cNvPr>
          <p:cNvSpPr txBox="1"/>
          <p:nvPr/>
        </p:nvSpPr>
        <p:spPr>
          <a:xfrm>
            <a:off x="6576702" y="3105834"/>
            <a:ext cx="49332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 err="1"/>
              <a:t>파트너스</a:t>
            </a:r>
            <a:r>
              <a:rPr lang="ko-KR" altLang="en-US" b="1" dirty="0"/>
              <a:t> 소개 삭제</a:t>
            </a:r>
            <a:endParaRPr lang="ko-KR" altLang="en-US" dirty="0"/>
          </a:p>
        </p:txBody>
      </p:sp>
      <p:pic>
        <p:nvPicPr>
          <p:cNvPr id="4" name="그림 3" descr="텍스트, 스크린샷, 명함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F3E5022-7E42-B9A5-060E-6FB2E5B91C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113" y="626584"/>
            <a:ext cx="5923310" cy="4130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98926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50B20E-98E3-FE41-A5D2-2C2E6429AD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62873580-6596-0474-A4B6-F57D6F6BF485}"/>
              </a:ext>
            </a:extLst>
          </p:cNvPr>
          <p:cNvSpPr txBox="1"/>
          <p:nvPr/>
        </p:nvSpPr>
        <p:spPr>
          <a:xfrm>
            <a:off x="6459662" y="904126"/>
            <a:ext cx="5001029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250"/>
              </a:spcBef>
              <a:spcAft>
                <a:spcPts val="3000"/>
              </a:spcAft>
              <a:buNone/>
            </a:pPr>
            <a:r>
              <a:rPr lang="ko-KR" altLang="en-US" b="1" dirty="0">
                <a:solidFill>
                  <a:srgbClr val="212529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검수 등급은 어떻게 판단하나요</a:t>
            </a:r>
            <a:r>
              <a:rPr lang="en-US" altLang="ko-KR" b="1" dirty="0">
                <a:solidFill>
                  <a:srgbClr val="212529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?</a:t>
            </a:r>
            <a:br>
              <a:rPr lang="en-US" altLang="ko-KR" b="1" dirty="0">
                <a:solidFill>
                  <a:srgbClr val="212529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</a:br>
            <a:r>
              <a:rPr lang="ko-KR" altLang="en-US" dirty="0">
                <a:solidFill>
                  <a:srgbClr val="212529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기기의 노후도</a:t>
            </a:r>
            <a:r>
              <a:rPr lang="en-US" altLang="ko-KR" dirty="0">
                <a:solidFill>
                  <a:srgbClr val="212529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, </a:t>
            </a:r>
            <a:r>
              <a:rPr lang="ko-KR" altLang="en-US" dirty="0">
                <a:solidFill>
                  <a:srgbClr val="212529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파손 상태 등을 고려하여 검수가 진행됩니다</a:t>
            </a:r>
            <a:r>
              <a:rPr lang="en-US" altLang="ko-KR" dirty="0">
                <a:solidFill>
                  <a:srgbClr val="212529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. </a:t>
            </a:r>
            <a:r>
              <a:rPr lang="ko-KR" altLang="en-US" dirty="0">
                <a:solidFill>
                  <a:srgbClr val="212529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 만약 기기에 </a:t>
            </a:r>
            <a:r>
              <a:rPr lang="ko-KR" altLang="en-US" dirty="0" err="1">
                <a:solidFill>
                  <a:srgbClr val="212529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클라우드락이</a:t>
            </a:r>
            <a:r>
              <a:rPr lang="ko-KR" altLang="en-US" dirty="0">
                <a:solidFill>
                  <a:srgbClr val="212529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 걸려있으면 기기 재사용이 불가능합니다</a:t>
            </a:r>
            <a:r>
              <a:rPr lang="en-US" altLang="ko-KR" dirty="0">
                <a:solidFill>
                  <a:srgbClr val="212529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. </a:t>
            </a:r>
            <a:r>
              <a:rPr lang="ko-KR" altLang="en-US" dirty="0">
                <a:solidFill>
                  <a:srgbClr val="212529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이러한 경우는 물리적 데이터삭제</a:t>
            </a:r>
            <a:r>
              <a:rPr lang="en-US" altLang="ko-KR" dirty="0">
                <a:solidFill>
                  <a:srgbClr val="212529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(</a:t>
            </a:r>
            <a:r>
              <a:rPr lang="ko-KR" altLang="en-US" dirty="0">
                <a:solidFill>
                  <a:srgbClr val="212529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파쇄</a:t>
            </a:r>
            <a:r>
              <a:rPr lang="en-US" altLang="ko-KR" dirty="0">
                <a:solidFill>
                  <a:srgbClr val="212529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, </a:t>
            </a:r>
            <a:r>
              <a:rPr lang="ko-KR" altLang="en-US" dirty="0">
                <a:solidFill>
                  <a:srgbClr val="212529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천공</a:t>
            </a:r>
            <a:r>
              <a:rPr lang="en-US" altLang="ko-KR" dirty="0">
                <a:solidFill>
                  <a:srgbClr val="212529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 </a:t>
            </a:r>
            <a:r>
              <a:rPr lang="ko-KR" altLang="en-US" dirty="0">
                <a:solidFill>
                  <a:srgbClr val="212529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등</a:t>
            </a:r>
            <a:r>
              <a:rPr lang="en-US" altLang="ko-KR" dirty="0">
                <a:solidFill>
                  <a:srgbClr val="212529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)</a:t>
            </a:r>
            <a:r>
              <a:rPr lang="ko-KR" altLang="en-US" dirty="0">
                <a:solidFill>
                  <a:srgbClr val="212529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 후 소재 재활용으로 이뤄집니다</a:t>
            </a:r>
            <a:r>
              <a:rPr lang="en-US" altLang="ko-KR" dirty="0">
                <a:solidFill>
                  <a:srgbClr val="212529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. </a:t>
            </a:r>
          </a:p>
        </p:txBody>
      </p:sp>
      <p:pic>
        <p:nvPicPr>
          <p:cNvPr id="10" name="그림 9" descr="텍스트, 스크린샷, 폰트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3E35F4B-94F9-3612-59E6-F6DA56EE4C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158" y="904126"/>
            <a:ext cx="5263178" cy="428071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7B6C411-C6F1-F0C1-0EC3-A8669110293A}"/>
              </a:ext>
            </a:extLst>
          </p:cNvPr>
          <p:cNvSpPr txBox="1"/>
          <p:nvPr/>
        </p:nvSpPr>
        <p:spPr>
          <a:xfrm>
            <a:off x="4087938" y="4492076"/>
            <a:ext cx="5001029" cy="530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250"/>
              </a:spcBef>
              <a:spcAft>
                <a:spcPts val="3000"/>
              </a:spcAft>
              <a:buNone/>
            </a:pPr>
            <a:r>
              <a:rPr lang="ko-KR" altLang="en-US" sz="1050" dirty="0">
                <a:solidFill>
                  <a:srgbClr val="212529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리플러스박스와 함께 기부해요</a:t>
            </a:r>
            <a:br>
              <a:rPr lang="en-US" altLang="ko-KR" sz="1050" dirty="0">
                <a:solidFill>
                  <a:srgbClr val="212529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</a:br>
            <a:r>
              <a:rPr lang="ko-KR" altLang="en-US" dirty="0">
                <a:solidFill>
                  <a:srgbClr val="212529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캠페인 </a:t>
            </a:r>
            <a:r>
              <a:rPr lang="ko-KR" altLang="en-US" dirty="0" err="1">
                <a:solidFill>
                  <a:srgbClr val="212529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보러가기</a:t>
            </a:r>
            <a:r>
              <a:rPr lang="ko-KR" altLang="en-US" dirty="0">
                <a:solidFill>
                  <a:srgbClr val="212529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 </a:t>
            </a:r>
            <a:endParaRPr lang="en-US" altLang="ko-KR" dirty="0">
              <a:solidFill>
                <a:srgbClr val="212529"/>
              </a:solidFill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  <p:sp>
        <p:nvSpPr>
          <p:cNvPr id="12" name="곱하기 기호 11">
            <a:extLst>
              <a:ext uri="{FF2B5EF4-FFF2-40B4-BE49-F238E27FC236}">
                <a16:creationId xmlns:a16="http://schemas.microsoft.com/office/drawing/2014/main" id="{78CFAA11-672E-2B3D-6102-87C7DBBE73C5}"/>
              </a:ext>
            </a:extLst>
          </p:cNvPr>
          <p:cNvSpPr/>
          <p:nvPr/>
        </p:nvSpPr>
        <p:spPr>
          <a:xfrm>
            <a:off x="1857375" y="904126"/>
            <a:ext cx="1800225" cy="1571625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805D15F-BFB4-4781-8B35-4CBD2AE2FEFE}"/>
              </a:ext>
            </a:extLst>
          </p:cNvPr>
          <p:cNvSpPr txBox="1"/>
          <p:nvPr/>
        </p:nvSpPr>
        <p:spPr>
          <a:xfrm>
            <a:off x="6459661" y="2922416"/>
            <a:ext cx="5001029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250"/>
              </a:spcBef>
              <a:spcAft>
                <a:spcPts val="3000"/>
              </a:spcAft>
            </a:pPr>
            <a:r>
              <a:rPr lang="ko-KR" altLang="en-US" sz="1600" b="1" dirty="0"/>
              <a:t>회사에서 사용하던 대량의 기기도 처리할 수 있나요</a:t>
            </a:r>
            <a:r>
              <a:rPr lang="en-US" altLang="ko-KR" sz="1600" b="1" dirty="0"/>
              <a:t>?</a:t>
            </a:r>
            <a:br>
              <a:rPr lang="en-US" altLang="ko-KR" sz="1600" b="1" dirty="0">
                <a:solidFill>
                  <a:srgbClr val="212529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</a:br>
            <a:r>
              <a:rPr lang="ko-KR" altLang="en-US" sz="1600" dirty="0">
                <a:solidFill>
                  <a:srgbClr val="212529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네 </a:t>
            </a:r>
            <a:r>
              <a:rPr lang="ko-KR" altLang="en-US" sz="1600" dirty="0"/>
              <a:t>기업 고객을 위한 전문 </a:t>
            </a:r>
            <a:r>
              <a:rPr lang="en-US" altLang="ko-KR" sz="1600" dirty="0"/>
              <a:t>IT</a:t>
            </a:r>
            <a:br>
              <a:rPr lang="ko-KR" altLang="en-US" sz="1600" dirty="0"/>
            </a:br>
            <a:r>
              <a:rPr lang="ko-KR" altLang="en-US" sz="1600" dirty="0"/>
              <a:t>자산 처분</a:t>
            </a:r>
            <a:r>
              <a:rPr lang="en-US" altLang="ko-KR" sz="1600" dirty="0"/>
              <a:t>(ITAD) </a:t>
            </a:r>
            <a:r>
              <a:rPr lang="ko-KR" altLang="en-US" sz="1600" dirty="0"/>
              <a:t>솔루션도 별도로 운영하고 있습니다</a:t>
            </a:r>
            <a:r>
              <a:rPr lang="en-US" altLang="ko-KR" sz="1600" dirty="0"/>
              <a:t>. </a:t>
            </a:r>
            <a:r>
              <a:rPr lang="ko-KR" altLang="en-US" sz="1600" dirty="0"/>
              <a:t>우측 </a:t>
            </a:r>
            <a:r>
              <a:rPr lang="en-US" altLang="ko-KR" sz="1600" dirty="0"/>
              <a:t>‘</a:t>
            </a:r>
            <a:r>
              <a:rPr lang="ko-KR" altLang="en-US" sz="1600" dirty="0"/>
              <a:t>기업기부문의</a:t>
            </a:r>
            <a:r>
              <a:rPr lang="en-US" altLang="ko-KR" sz="1600" dirty="0"/>
              <a:t>＇</a:t>
            </a:r>
            <a:r>
              <a:rPr lang="ko-KR" altLang="en-US" sz="1600" dirty="0"/>
              <a:t>에 폼을 입력하시거나 카카오톡 채널 </a:t>
            </a:r>
            <a:r>
              <a:rPr lang="en-US" altLang="ko-KR" sz="1600" dirty="0"/>
              <a:t>'</a:t>
            </a:r>
            <a:r>
              <a:rPr lang="ko-KR" altLang="en-US" sz="1600" dirty="0"/>
              <a:t>리플러스 </a:t>
            </a:r>
            <a:r>
              <a:rPr lang="ko-KR" altLang="en-US" sz="1600" dirty="0" err="1"/>
              <a:t>디지털현물기부플랫폼</a:t>
            </a:r>
            <a:r>
              <a:rPr lang="en-US" altLang="ko-KR" sz="1600" dirty="0"/>
              <a:t>'</a:t>
            </a:r>
            <a:r>
              <a:rPr lang="ko-KR" altLang="en-US" sz="1600" dirty="0"/>
              <a:t>으로 문의해주시면 안내해 드립니다</a:t>
            </a:r>
            <a:endParaRPr lang="en-US" altLang="ko-KR" dirty="0">
              <a:solidFill>
                <a:srgbClr val="212529"/>
              </a:solidFill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15F00E1-0393-A092-F121-283FC6A94A40}"/>
              </a:ext>
            </a:extLst>
          </p:cNvPr>
          <p:cNvSpPr txBox="1"/>
          <p:nvPr/>
        </p:nvSpPr>
        <p:spPr>
          <a:xfrm>
            <a:off x="2477444" y="1451606"/>
            <a:ext cx="49332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삭제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8574693-4965-0F56-82AE-2170DA3A3CA4}"/>
              </a:ext>
            </a:extLst>
          </p:cNvPr>
          <p:cNvSpPr txBox="1"/>
          <p:nvPr/>
        </p:nvSpPr>
        <p:spPr>
          <a:xfrm>
            <a:off x="2477444" y="514291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https://replus.kr/campaign/lists</a:t>
            </a:r>
          </a:p>
        </p:txBody>
      </p:sp>
    </p:spTree>
    <p:extLst>
      <p:ext uri="{BB962C8B-B14F-4D97-AF65-F5344CB8AC3E}">
        <p14:creationId xmlns:p14="http://schemas.microsoft.com/office/powerpoint/2010/main" val="37627076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134</Words>
  <Application>Microsoft Office PowerPoint</Application>
  <PresentationFormat>와이드스크린</PresentationFormat>
  <Paragraphs>18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9" baseType="lpstr">
      <vt:lpstr>Pretendard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구가온</dc:creator>
  <cp:lastModifiedBy>구가온</cp:lastModifiedBy>
  <cp:revision>1</cp:revision>
  <dcterms:created xsi:type="dcterms:W3CDTF">2026-01-27T00:51:39Z</dcterms:created>
  <dcterms:modified xsi:type="dcterms:W3CDTF">2026-01-27T01:16:50Z</dcterms:modified>
</cp:coreProperties>
</file>